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bCvWzct5SCc"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email-ai.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20320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8" name="title:cover"/>
          <p:cNvSpPr txBox="1"/>
          <p:nvPr/>
        </p:nvSpPr>
        <p:spPr>
          <a:xfrm>
            <a:off x="841248" y="66040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Email Writing with AI</a:t>
            </a:r>
          </a:p>
        </p:txBody>
      </p:sp>
      <p:cxnSp>
        <p:nvCxnSpPr>
          <p:cNvPr id="9" name="vis:rule"/>
          <p:cNvCxnSpPr/>
          <p:nvPr/>
        </p:nvCxnSpPr>
        <p:spPr>
          <a:xfrm>
            <a:off x="841248" y="244246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716784"/>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Thirty emails a day, written in a third of the time, without sounding like a robot wrote them.</a:t>
            </a:r>
          </a:p>
        </p:txBody>
      </p:sp>
      <p:sp>
        <p:nvSpPr>
          <p:cNvPr id="11" name="vis:chip"/>
          <p:cNvSpPr/>
          <p:nvPr/>
        </p:nvSpPr>
        <p:spPr>
          <a:xfrm>
            <a:off x="841248" y="4626864"/>
            <a:ext cx="1018159"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4"/>
            <a:ext cx="70726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DW-01</a:t>
            </a:r>
          </a:p>
        </p:txBody>
      </p:sp>
      <p:sp>
        <p:nvSpPr>
          <p:cNvPr id="13" name="vis:chip"/>
          <p:cNvSpPr/>
          <p:nvPr/>
        </p:nvSpPr>
        <p:spPr>
          <a:xfrm>
            <a:off x="2005711"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61159" y="4672584"/>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DW-01  ·  Email Writing with AI</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Imran writes thirty emails a day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69028"/>
            <a:ext cx="318006" cy="216822"/>
          </a:xfrm>
          <a:prstGeom prst="roundRect">
            <a:avLst>
              <a:gd name="adj" fmla="val 21086"/>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283483"/>
            <a:ext cx="159004" cy="11563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1161288" y="2283483"/>
            <a:ext cx="159003" cy="11563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Imran coordinates logistics from Sharjah. Most of his day is emails: chasing a truck, explaining a delay, refusing a discount, confirming a slot. He knows what to say every time. Finding the words is what takes the day.</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Roughly two and a half hours a day, on wording alone.</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email shapes, ready to paste, that cover most of a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0990" y="1987247"/>
            <a:ext cx="259426" cy="176881"/>
          </a:xfrm>
          <a:prstGeom prst="roundRect">
            <a:avLst>
              <a:gd name="adj" fmla="val 2584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930990" y="1999039"/>
            <a:ext cx="129714" cy="943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1060704" y="1999039"/>
            <a:ext cx="129713" cy="943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Draft any routine work email in under 60 seconds</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936886" y="2865671"/>
            <a:ext cx="247634" cy="165089"/>
          </a:xfrm>
          <a:prstGeom prst="roundRect">
            <a:avLst>
              <a:gd name="adj" fmla="val 27694"/>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flipH="1">
            <a:off x="984055" y="3030760"/>
            <a:ext cx="11792" cy="6485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984055" y="3030760"/>
            <a:ext cx="64856" cy="6485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6"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Set a tone deliberately instead of hoping it lands right</a:t>
            </a:r>
          </a:p>
        </p:txBody>
      </p:sp>
      <p:sp>
        <p:nvSpPr>
          <p:cNvPr id="27"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943035" y="3765789"/>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vis:icon"/>
          <p:cNvSpPr/>
          <p:nvPr/>
        </p:nvSpPr>
        <p:spPr>
          <a:xfrm>
            <a:off x="988477" y="3742326"/>
            <a:ext cx="54244" cy="46578"/>
          </a:xfrm>
          <a:custGeom>
            <a:avLst/>
            <a:gdLst/>
            <a:ahLst/>
            <a:cxnLst/>
            <a:rect l="l" t="t" r="r" b="b"/>
            <a:pathLst>
              <a:path w="54244" h="46578">
                <a:moveTo>
                  <a:pt x="54244" y="0"/>
                </a:moveTo>
                <a:lnTo>
                  <a:pt x="26532" y="46578"/>
                </a:lnTo>
                <a:lnTo>
                  <a:pt x="0" y="589"/>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long thread into a reply without reading it twice</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33938" y="4631362"/>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about a customer without ever naming them</a:t>
            </a:r>
          </a:p>
        </p:txBody>
      </p:sp>
      <p:sp>
        <p:nvSpPr>
          <p:cNvPr id="36"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984055" y="5542214"/>
            <a:ext cx="153297" cy="247634"/>
          </a:xfrm>
          <a:prstGeom prst="roundRect">
            <a:avLst>
              <a:gd name="adj" fmla="val 29824"/>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1019431" y="5612967"/>
            <a:ext cx="82545"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0" name="vis:icon"/>
          <p:cNvCxnSpPr/>
          <p:nvPr/>
        </p:nvCxnSpPr>
        <p:spPr>
          <a:xfrm>
            <a:off x="1019431" y="5666032"/>
            <a:ext cx="82545"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a:off x="1019431" y="5719096"/>
            <a:ext cx="58961"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2"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Keep four email prompts you will use every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 email shapes</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most of your week is</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Setting the tone</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Firm, warm, or neutral</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Replying to a long thread</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Without reading it twice</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subject line</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Where most emails fail</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Write a real one</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Tuesday morning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6-minute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FOUR EMAIL SHAPES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shapes cover your week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Almost every routine work email is one of these. Each has a prompt you fill in once and reuse.</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BAD NEWS — a delay, a shortage, a price rise</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CHASING — a payment, a document, a decision</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REFUSING — a discount, a deadline, a special request</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CONFIRMING — a slot, a change, an agreement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FOUR EMAIL SHAPES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every shape needs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facts</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Order number, dates, amounts, the actual reason.</a:t>
            </a:r>
          </a:p>
        </p:txBody>
      </p:sp>
      <p:cxnSp>
        <p:nvCxnSpPr>
          <p:cNvPr id="20" name="vis:flowarrow"/>
          <p:cNvCxnSpPr/>
          <p:nvPr/>
        </p:nvCxnSpPr>
        <p:spPr>
          <a:xfrm>
            <a:off x="3093643"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Your position</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you will and will not offer.</a:t>
            </a:r>
          </a:p>
        </p:txBody>
      </p:sp>
      <p:cxnSp>
        <p:nvCxnSpPr>
          <p:cNvPr id="26" name="vis:flowarrow"/>
          <p:cNvCxnSpPr/>
          <p:nvPr/>
        </p:nvCxnSpPr>
        <p:spPr>
          <a:xfrm>
            <a:off x="5986119"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tone</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Firm, warm or neutral. Choose it on purpose.</a:t>
            </a:r>
          </a:p>
        </p:txBody>
      </p:sp>
      <p:cxnSp>
        <p:nvCxnSpPr>
          <p:cNvPr id="32" name="vis:flowarrow"/>
          <p:cNvCxnSpPr/>
          <p:nvPr/>
        </p:nvCxnSpPr>
        <p:spPr>
          <a:xfrm>
            <a:off x="8878595" y="3182111"/>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ask</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clear thing you want them to do next.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SETTING THE TONE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Choose the tone on purpose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541736"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230840"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VAGUE TONE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"Make it professional"</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Produces the same neutral letter every time</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Over-apologises when you did nothing wrong</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Softens a refusal until it reads as a maybe</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Adds pleasantries nobody reads</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59590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2850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NAMED TONE</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"Firm, no apology, warm close"</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Firm — states the position without hedging</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Warm — acknowledges the person, not the problem</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Neutral — facts only, for a record</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Apologetic — once, specifically, then move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SETTING THE TONE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bad-news email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an email telling a customer their delivery has slipped. Facts: promised 12 March, now 15 March, delayed by a transport strike, no cost to them. Tone: apologetic once and then factual, not grovelling. Under 110 words. End by confirming the new date. No opening pleasantries.</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Works as written. Swap in your own dates and reason.</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"Apologetic once" stops the triple apology.</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opening pleasantries" removes forty wasted words.</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Ending on the new date is what the customer wants first.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REPLYING TO A LONG THREAD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twelve-message thread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You have been added to a thread with a decision buried in it. You have four minutes.</a:t>
            </a:r>
          </a:p>
        </p:txBody>
      </p:sp>
      <p:sp>
        <p:nvSpPr>
          <p:cNvPr id="16" name="vis:promptcard"/>
          <p:cNvSpPr/>
          <p:nvPr/>
        </p:nvSpPr>
        <p:spPr>
          <a:xfrm>
            <a:off x="502920" y="2706624"/>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4459395" y="277977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643007"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4661660" y="288292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291090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661660"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4870875"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3255264"/>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is an email thread. Tell me three things and nothing else. One: what has actually been agreed. Two: what is still open. Three: what I am being asked to do. Use one short line for each. Do not summarise the whole conversation.</a:t>
            </a:r>
          </a:p>
        </p:txBody>
      </p:sp>
      <p:sp>
        <p:nvSpPr>
          <p:cNvPr id="29" name="vis:promptcap"/>
          <p:cNvSpPr txBox="1"/>
          <p:nvPr/>
        </p:nvSpPr>
        <p:spPr>
          <a:xfrm>
            <a:off x="777240" y="461213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Strip the names out of the thread before you paste it.</a:t>
            </a:r>
          </a:p>
        </p:txBody>
      </p:sp>
      <p:sp>
        <p:nvSpPr>
          <p:cNvPr id="30" name="vis:outcard"/>
          <p:cNvSpPr/>
          <p:nvPr/>
        </p:nvSpPr>
        <p:spPr>
          <a:xfrm>
            <a:off x="6685324" y="2706624"/>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outspine"/>
          <p:cNvSpPr/>
          <p:nvPr/>
        </p:nvSpPr>
        <p:spPr>
          <a:xfrm>
            <a:off x="6685324" y="2706624"/>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6941356" y="2907792"/>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7096804" y="2935224"/>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4" name="vis:outbody"/>
          <p:cNvSpPr txBox="1"/>
          <p:nvPr/>
        </p:nvSpPr>
        <p:spPr>
          <a:xfrm>
            <a:off x="6941356" y="3346704"/>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Three short lines instead of twelve messages.</a:t>
            </a:r>
          </a:p>
          <a:p>
            <a:pPr algn="l">
              <a:lnSpc>
                <a:spcPts val="1690"/>
              </a:lnSpc>
              <a:spcBef>
                <a:spcPts val="0"/>
              </a:spcBef>
              <a:spcAft>
                <a:spcPts val="600"/>
              </a:spcAft>
            </a:pPr>
            <a:r>
              <a:rPr sz="1300" b="0">
                <a:solidFill>
                  <a:srgbClr val="2A3547"/>
                </a:solidFill>
                <a:latin typeface="Segoe UI"/>
              </a:rPr>
              <a:t>The open question you would have missed on a fast read.</a:t>
            </a:r>
          </a:p>
          <a:p>
            <a:pPr algn="l">
              <a:lnSpc>
                <a:spcPts val="1690"/>
              </a:lnSpc>
              <a:spcBef>
                <a:spcPts val="0"/>
              </a:spcBef>
              <a:spcAft>
                <a:spcPts val="600"/>
              </a:spcAft>
            </a:pPr>
            <a:r>
              <a:rPr sz="1300" b="0">
                <a:solidFill>
                  <a:srgbClr val="2A3547"/>
                </a:solidFill>
                <a:latin typeface="Segoe UI"/>
              </a:rPr>
              <a:t>Four minutes of reading turned into forty seconds.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REPLYING TO A LONG THREAD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Strip it before you paste 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 pasted thread carries every name, address and signature block in it.</a:t>
            </a:r>
          </a:p>
          <a:p>
            <a:pPr algn="l">
              <a:lnSpc>
                <a:spcPts val="1755"/>
              </a:lnSpc>
              <a:spcBef>
                <a:spcPts val="0"/>
              </a:spcBef>
              <a:spcAft>
                <a:spcPts val="0"/>
              </a:spcAft>
            </a:pPr>
            <a:r>
              <a:rPr sz="1350" b="0">
                <a:solidFill>
                  <a:srgbClr val="FFFFFF"/>
                </a:solidFill>
                <a:latin typeface="Segoe UI"/>
              </a:rPr>
              <a:t>Describe the situation, or delete the identifying lines first.</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Signature blocks with phone numbers and addresses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Customer names in every quoted reply</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Internal comments colleagues added along the way</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Attachments, prices and account references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SUBJECT LINE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most emails fail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782500"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47160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VAGUE SUBJECT</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Subject: Update</a:t>
            </a:r>
          </a:p>
          <a:p>
            <a:pPr algn="l">
              <a:lnSpc>
                <a:spcPts val="1690"/>
              </a:lnSpc>
              <a:spcBef>
                <a:spcPts val="0"/>
              </a:spcBef>
              <a:spcAft>
                <a:spcPts val="600"/>
              </a:spcAft>
            </a:pPr>
            <a:r>
              <a:rPr sz="1300" b="0">
                <a:solidFill>
                  <a:srgbClr val="2A3547"/>
                </a:solidFill>
                <a:latin typeface="Segoe UI"/>
              </a:rPr>
              <a:t>Sits unopened for two days in a full inbox.</a:t>
            </a:r>
          </a:p>
          <a:p>
            <a:pPr algn="l">
              <a:lnSpc>
                <a:spcPts val="1690"/>
              </a:lnSpc>
              <a:spcBef>
                <a:spcPts val="0"/>
              </a:spcBef>
              <a:spcAft>
                <a:spcPts val="600"/>
              </a:spcAft>
            </a:pPr>
            <a:r>
              <a:rPr sz="1300" b="0">
                <a:solidFill>
                  <a:srgbClr val="2A3547"/>
                </a:solidFill>
                <a:latin typeface="Segoe UI"/>
              </a:rPr>
              <a:t>When it is opened, nobody knows what is being asked.</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93128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62039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SPECIFIC SUBJECT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Subject: Order 4471 — new delivery date 15 March, no action needed</a:t>
            </a:r>
          </a:p>
          <a:p>
            <a:pPr algn="l">
              <a:lnSpc>
                <a:spcPts val="1690"/>
              </a:lnSpc>
              <a:spcBef>
                <a:spcPts val="0"/>
              </a:spcBef>
              <a:spcAft>
                <a:spcPts val="600"/>
              </a:spcAft>
            </a:pPr>
            <a:r>
              <a:rPr sz="1300" b="0">
                <a:solidFill>
                  <a:srgbClr val="2A3547"/>
                </a:solidFill>
                <a:latin typeface="Segoe UI"/>
              </a:rPr>
              <a:t>The whole message is readable without opening it.</a:t>
            </a:r>
          </a:p>
          <a:p>
            <a:pPr algn="l">
              <a:lnSpc>
                <a:spcPts val="1690"/>
              </a:lnSpc>
              <a:spcBef>
                <a:spcPts val="0"/>
              </a:spcBef>
              <a:spcAft>
                <a:spcPts val="600"/>
              </a:spcAft>
            </a:pPr>
            <a:r>
              <a:rPr sz="1300" b="0">
                <a:solidFill>
                  <a:srgbClr val="2A3547"/>
                </a:solidFill>
                <a:latin typeface="Segoe UI"/>
              </a:rPr>
              <a:t>It gets filed correctly and found again in June.</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good subject line says what it is about and whether the reader has to do anything.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SUBJECT LINE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Ask for ten, keep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103120"/>
          </a:xfrm>
          <a:prstGeom prst="roundRect">
            <a:avLst>
              <a:gd name="adj" fmla="val 434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subject-line prompt</a:t>
            </a:r>
          </a:p>
        </p:txBody>
      </p:sp>
      <p:sp>
        <p:nvSpPr>
          <p:cNvPr id="27" name="card:prompt"/>
          <p:cNvSpPr txBox="1"/>
          <p:nvPr/>
        </p:nvSpPr>
        <p:spPr>
          <a:xfrm>
            <a:off x="777240" y="2267712"/>
            <a:ext cx="6386590" cy="88087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Give me ten subject lines for the email below. Each under nine words. Each must say what it is about and whether the reader needs to act. Number them. No explanation and no commentary.</a:t>
            </a:r>
          </a:p>
        </p:txBody>
      </p:sp>
      <p:sp>
        <p:nvSpPr>
          <p:cNvPr id="28" name="vis:promptcap"/>
          <p:cNvSpPr txBox="1"/>
          <p:nvPr/>
        </p:nvSpPr>
        <p:spPr>
          <a:xfrm>
            <a:off x="777240" y="334975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Choosing from ten takes ten seconds. Inventing one takes two minutes.</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Ten options cost the same as one.</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"Whether the reader needs to act" is the useful half.</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Numbered lines make picking one instant.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write a real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email you have been putting off since yesterday.</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down the facts, your position, the tone and the ask.</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the prompt on the right with those four things in it.</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Check the dates, add the name yourself in Outlook, send.</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Write a work email. Facts: [dates, numbers, what happened]. My position: [what I will and will not offer]. Tone: [firm / warm / neutral], one apology at most. Under [number] words. End with one clear ask. No opening pleasantries, no restating my request.</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Four brackets. This is the only email prompt most people need.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that keep it human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Read it aloud in your head before sending. Robotic sentences are obvious.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Cut the first sentence. It is almost always throat-clearing.</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Put the name and greeting in yourself, in Outlook.</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If it sounds nothing like you, change three words until it does.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the customer's email to "give context"</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Their name, address and phone number leave the company to save you thirty seconds.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Sending it without reading the middle</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invented commitment is never in the first line or the last.</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Asking for "a professional email"</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the same neutral letter every time, and it matches no situation exactly.</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Letting it apologise three times</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triple apology reads as an admission. Say "one apology at most".</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Keeping the AI subject line unread</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"Update Regarding Your Recent Order" is how an email goes unopened for two days.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not to use it at all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Would I want this read out in a dispute?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Draft it with AI</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Delays, confirmations, chasers, routine refusals. This is most of your inbox, and it is exactly where the time goes.</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7730026"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7863163" y="3967764"/>
            <a:ext cx="61448"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Write it yourself</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Disciplinary matters, contract commitments, anything about a person. Use the tool to check the wording afterwards, not to compose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good use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Sixty seconds</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Facts in, draft out, dates checked, sent. Not five minutes of staring at a blank reply.</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82694" y="2217617"/>
            <a:ext cx="287575" cy="191716"/>
          </a:xfrm>
          <a:prstGeom prst="roundRect">
            <a:avLst>
              <a:gd name="adj" fmla="val 2384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flipH="1">
            <a:off x="4837471" y="2409334"/>
            <a:ext cx="13694" cy="753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flipV="1">
            <a:off x="4837471" y="2409334"/>
            <a:ext cx="75317" cy="7531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7"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Tone you chose</a:t>
            </a:r>
          </a:p>
        </p:txBody>
      </p:sp>
      <p:sp>
        <p:nvSpPr>
          <p:cNvPr id="28"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Firm when firm is right, warm when it is not. Decided on purpose rather than by mood.</a:t>
            </a:r>
          </a:p>
        </p:txBody>
      </p:sp>
      <p:sp>
        <p:nvSpPr>
          <p:cNvPr id="29"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681494" y="2193652"/>
            <a:ext cx="130093" cy="13009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609600"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Still sounds like you</a:t>
            </a:r>
          </a:p>
        </p:txBody>
      </p:sp>
      <p:sp>
        <p:nvSpPr>
          <p:cNvPr id="34"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Three words changed and your greeting added is usually all it takes.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email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You supply the facts, the position and the ask. It supplies the sentences.</a:t>
            </a:r>
          </a:p>
          <a:p>
            <a:pPr algn="l">
              <a:lnSpc>
                <a:spcPts val="1755"/>
              </a:lnSpc>
              <a:spcBef>
                <a:spcPts val="0"/>
              </a:spcBef>
              <a:spcAft>
                <a:spcPts val="0"/>
              </a:spcAft>
            </a:pPr>
            <a:r>
              <a:rPr sz="1350" b="0">
                <a:solidFill>
                  <a:srgbClr val="FFFFFF"/>
                </a:solidFill>
                <a:latin typeface="Segoe UI"/>
              </a:rPr>
              <a:t>Every good AI email comes from that split. Every bad one comes from skipping it.</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Facts and position — yours.</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Wording and tone — its job.</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final read — always yours.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Tuesday, 8:40 am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 customer emails at length, unhappy that a shipment is short by two cartons. They want a credit note today. Your policy is replacement, not credit.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Forward their whole email into the tool and ask for a reply.</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Type the facts, your position and the tone, with no names.</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it yourself, as you always have.</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reply is good. The paste was not.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Their name, company, site address, phone number and order history all leave the company in one paste. The reply you get back could have been produced from three lines of description with none of that in it.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forward the email.</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Ninety seconds, and nothing left the building</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"Shipment short by two cartons. We will replace, not credit. Customer is annoyed and long-standing. Firm but warm, one apology, under 100 words, end by confirming the replacement date." The reply lands first time.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Facts, position, tone, ask. Nothing that identifies anyone.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Fine, and it will take eleven minutes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email is good, because you know the situation. It also takes eleven minutes you did not have on a Tuesday morning, and the same conversation happens four more times this week.</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Save your own writing for the emails that genuinely need it.</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Six minutes, watched over the shoulder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Write Better Emails to Your Boss with AI</a:t>
            </a:r>
          </a:p>
        </p:txBody>
      </p:sp>
      <p:sp>
        <p:nvSpPr>
          <p:cNvPr id="19" name="vis:chip"/>
          <p:cNvSpPr/>
          <p:nvPr/>
        </p:nvSpPr>
        <p:spPr>
          <a:xfrm>
            <a:off x="868680" y="3858768"/>
            <a:ext cx="111340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8025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W/KMO</a:t>
            </a:r>
          </a:p>
        </p:txBody>
      </p:sp>
      <p:sp>
        <p:nvSpPr>
          <p:cNvPr id="21" name="vis:chip"/>
          <p:cNvSpPr/>
          <p:nvPr/>
        </p:nvSpPr>
        <p:spPr>
          <a:xfrm>
            <a:off x="2128393" y="3858768"/>
            <a:ext cx="12048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283841" y="3895344"/>
            <a:ext cx="8939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5:51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prompts in this deck work as written.</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seeing someone do it live.</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never go in the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delivery dates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customer's original email, pasted whole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position on the discount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tone you want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delivery dates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Dates are exactly what it needs and they identify nobody. Without them you get a vague apology with no commitment in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paste the email.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customer's original email, pasted whole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carries their name, company, address, phone number and signature block. All of that leaves the company, and none of it improves the reply you get back.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paste the email.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Your position on the discount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Essential. Without it the tool guesses, and it usually guesses generously, which is a difficult email to unsend.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paste the email.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tone you want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One of the most useful lines in the prompt. Without it you get the same neutral register regardless of the situation.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Describe the situation. Never paste the email.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tone instruction works?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"Make it professional"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"Firm, one apology at most, warm close"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"Sound friendly"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"Use business English"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"Make it professional"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Professional means something different to everyone, including the tool. You get its neutral default, which fits no particular situation well.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register, and cap the apologies.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"Firm, one apology at most, warm close"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specific instructions it can act on. The apology cap is the important one — without it a routine delay note apologises three times and reads as an admission.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register, and cap the apologies.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"Sound friendly"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Friendly usually arrives as pleasantries and exclamation marks. If you mean warm, say warm, and say what to leave 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register, and cap the apologies.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"Use business English"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already does. This instruction spends words without changing anything about the output.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the register, and cap the apologies.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good subject line?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short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names the topic and says if action is needed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sounds urgent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matches the first line of the email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is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Short and empty is worse than slightly longer and specific. "Update" is very short and tells the reader nothing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it is about, and whether they must act.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names the topic and says if action is needed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"Order 4471 — new date 15 March, no action needed" can be read without opening the email, filed correctly, and found again months later.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it is about, and whether they must act.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sounds urgent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Manufactured urgency stops working after the second time, and it makes the genuinely urgent ones invisible.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it is about, and whether they must act.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matches the first line of the email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Duplication wastes the one line most likely to be read. The subject should carry information the first line then builds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What it is about, and whether they must act.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Twelve-message thread. Best move?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a summary of the whole thread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what is agreed, what is open, what you must do</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Read all twelve messages properly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Reply to the last message and hope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Ask for a summary of the whole thread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get a fair summary weighted to whatever was longest. The decision you actually needed is usually one line in the middle of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agreed, open, and your action.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Ask for what is agreed, what is open, what you must do</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specific questions produce three usable lines. It also surfaces the open item, which is the thing people miss on a fast read.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agreed, open, and your action.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Read all twelve messages properly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Thorough, and it costs you four minutes you may not have. Use the three-question prompt, then read only the message it points you at.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agreed, open, and your action.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Reply to the last message and hope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last message is rarely where the decision is. This is how open questions sit unanswered for another week.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Ask for agreed, open, and your action.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email should you write yourself?</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delay notification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note about a colleague's performance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slot confirmation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payment chaser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delay notification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Routine, factual and repeated. This is the ideal case for a stored prompt — you supply four facts and check two dates.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 or anything binding.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note about a colleague's performance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concerns a named person, it may be read back in a formal process, and it should carry your judgement in your words. Use the tool to check the wording afterwards at most.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 or anything binding.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slot confirmation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facts and a confirmation. Exactly the sort of email that eats a morning and should take forty seconds.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 or anything binding.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payment chaser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Routine and easily templated, as long as you describe the situation rather than pasting the account statement.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about a person, or anything binding.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Email with AI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shapes cover the week</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Bad news, chasing, refusing, confirming. One prompt each.</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Facts, position, tone, ask</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Give it all four and the first draft is usually sendable.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Name the tone, cap the apologies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"Firm, one apology at most" beats "make it professional".</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paste the customer's email</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Describe the situation instead. The reply is just as good.</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Subject lines carry the message</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Topic plus whether they must act. Ask for ten, keep one.</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Read the middle before sending</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Openings and closings get checked. Middles carry the invented line.</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You supply the facts, the position and the ask. It supplies the sentences in between.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1247" y="2419478"/>
            <a:ext cx="234320" cy="159763"/>
          </a:xfrm>
          <a:prstGeom prst="roundRect">
            <a:avLst>
              <a:gd name="adj" fmla="val 28617"/>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61247" y="2430128"/>
            <a:ext cx="117161" cy="8520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78408" y="2430128"/>
            <a:ext cx="117160" cy="85208"/>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four-bracket email prompt</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Facts, position, tone, ask. Covers most of a week.</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3910" y="3303046"/>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930478" y="3321686"/>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863910" y="3382928"/>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930478" y="3401568"/>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863910" y="3462810"/>
            <a:ext cx="37278" cy="3727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930478" y="3481449"/>
            <a:ext cx="165090"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1"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thread prompt</a:t>
            </a:r>
          </a:p>
        </p:txBody>
      </p:sp>
      <p:sp>
        <p:nvSpPr>
          <p:cNvPr id="32"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Agreed, open, my action. Three lines, forty seconds.</a:t>
            </a:r>
          </a:p>
        </p:txBody>
      </p:sp>
      <p:sp>
        <p:nvSpPr>
          <p:cNvPr id="33"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66573" y="4207917"/>
            <a:ext cx="223669" cy="149113"/>
          </a:xfrm>
          <a:prstGeom prst="roundRect">
            <a:avLst>
              <a:gd name="adj" fmla="val 30661"/>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flipH="1">
            <a:off x="909176" y="4357030"/>
            <a:ext cx="10651" cy="5858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909176" y="4357030"/>
            <a:ext cx="58581" cy="5858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ten subject lines prompt</a:t>
            </a:r>
          </a:p>
        </p:txBody>
      </p:sp>
      <p:sp>
        <p:nvSpPr>
          <p:cNvPr id="39"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Under nine words each, action or no action.</a:t>
            </a:r>
          </a:p>
        </p:txBody>
      </p:sp>
      <p:sp>
        <p:nvSpPr>
          <p:cNvPr id="40"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41"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5"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6"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50"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51"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3"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4"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5"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6"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8"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DW-02, Research with AI. How to use it to find the questions worth asking, without letting it invent the answers.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DW-01  ·  Email Writing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Tone</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register of a message: firm, warm, neutral, apologetic. Name it rather than hoping.</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Thread</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email conversation with replies stacked inside it. Full of names and signature blocks.</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the facts, your position, the tone and the ask.</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Template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prompt with brackets where the specifics go, so you reuse it without rewriting.</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Personal data</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Anything identifying a person: a name, a phone number, an address, an account.</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